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9" autoAdjust="0"/>
    <p:restoredTop sz="94660"/>
  </p:normalViewPr>
  <p:slideViewPr>
    <p:cSldViewPr snapToGrid="0">
      <p:cViewPr>
        <p:scale>
          <a:sx n="56" d="100"/>
          <a:sy n="56" d="100"/>
        </p:scale>
        <p:origin x="45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1777A-83BB-40A1-AC7C-7C945554A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BA626-5A25-424A-B981-2BB4AA795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94C38-AF80-487A-A7E6-92523D28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45803-6E7A-4F43-A06E-681D8C83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0B40E-3153-4FF2-B0FF-BD6F9CCC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117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02CF-E9ED-423A-BEC6-DA29626C8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709D3-898A-404B-A1BB-CDC1334C0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4C8E8-4FCA-479B-A933-21BBFE0E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AD33E-3385-43F3-944D-9CE93E41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B5553-0ED5-46E6-8895-E6D07DF7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600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07132-1056-45A7-9929-774030885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4984E-DEE7-4520-9E28-EC22F020E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22D45-9F94-4C06-BDCC-3746AD9C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DDAF5-6A2C-4AED-B8CA-C5FEC128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D4E21-94F2-4AEF-946E-3F4C4C06B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0094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CAC8-4493-40F7-9C30-00F26C2E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B7142-76BD-4F87-92C4-F3BBA1C64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F6A7A-CF09-4E05-BDDC-EA01CCE9C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A4AB0-8D1F-4F3A-A780-BCFF694EE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99978-CD86-4278-9DE5-F4C9B2C9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CCF81-5002-4722-AE35-E4D2832AF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638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0C72-96CF-474E-985A-8D64F45F9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4B88D-5BCA-4D2C-99C3-247241041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0E30A-76A7-4893-AF70-7EC30A354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5017-3F96-4E55-8DC9-C55A8B4C7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1E8FA-DE12-47E6-9405-444403064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1A9C0-CD7F-4772-85C7-54A5D932E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C1067A-1F73-443C-97D8-2B670B7F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14181-6E3F-4E3E-9C8F-D19A25B0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394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88AC0-C945-4813-BEC0-32BC254B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018A9-E874-4140-B7B3-25D8333B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051E1-647E-4BD6-A4F0-D83F1D90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3356F-7CA1-47F2-BD05-EDDF57DE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777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E2F7B2-C953-4CFE-A05E-013A5B99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DD475-07FA-4A81-9B73-284AF451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A53AB-0B28-4AED-961B-AC5CB73D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5111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943D-CD48-4FAF-8A11-9465955B0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9B49-F35F-4EF6-A350-584BB53FC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DB9CB-45C9-4975-BF0E-1CA29BAF0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BB05B-0C12-4E89-A2E9-D9A17A9D2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3E37C-2283-49A9-AF8F-1C5AA139B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DB8AE-825E-4B7C-BCEA-D9D413DE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133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7976-BA5D-427C-A7E0-156A196B6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DF160-1A6D-48F0-BA44-89A15E2A1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2ABDD-C278-4328-B941-F9F52FBB4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5BA5E-59DB-45A6-BC22-180534BA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C782C-9C4F-4CF9-B412-4D08E730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7FD6C-BDC0-4518-A50C-5698CF79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8363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314D9-B3DE-4AC7-914C-664BC75E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52355-963B-40A7-B726-D132A48AC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AA69A-AF64-4A2F-A25D-72DAB763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32400-3878-44E8-9DB8-21473C693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6510E-2429-469E-AEB2-028B87A2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4547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5FBCFA-7E22-44CC-AEAB-BFAD6C05F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44909-A22A-471D-930D-E974081F5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A65EB-D980-49E4-9E08-A7B7149F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B5A87-3C04-445D-9DA9-4BF01993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D6C87-1679-4530-A054-0EEC0BED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183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6A7533-29CF-428D-A27A-5BF78C86B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9479A-7A4D-4A76-AE6E-F6D2DB404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14994-EDF3-44A7-9A48-FFBEB3312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FE32A-E866-456D-A774-1A01EA615E2E}" type="datetimeFigureOut">
              <a:rPr lang="en-CA" smtClean="0"/>
              <a:t>2020-09-24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2A1F9-585C-4F7B-A942-9A42BA858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D91A-184F-4E60-A875-B4D21717E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F954A-8F22-4319-B50B-0F86985E99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307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67F241-192B-43F1-9E23-888ADE8BAB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" t="1868" r="2844" b="4434"/>
          <a:stretch/>
        </p:blipFill>
        <p:spPr>
          <a:xfrm>
            <a:off x="6908205" y="0"/>
            <a:ext cx="5306938" cy="4213076"/>
          </a:xfrm>
          <a:prstGeom prst="rect">
            <a:avLst/>
          </a:prstGeom>
        </p:spPr>
      </p:pic>
      <p:pic>
        <p:nvPicPr>
          <p:cNvPr id="5" name="Picture 4" descr="A tall building in a city&#10;&#10;Description automatically generated">
            <a:extLst>
              <a:ext uri="{FF2B5EF4-FFF2-40B4-BE49-F238E27FC236}">
                <a16:creationId xmlns:a16="http://schemas.microsoft.com/office/drawing/2014/main" id="{A23A419C-DB2C-4D8E-B838-825F5A747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4079"/>
            <a:ext cx="6908205" cy="460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57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ll building&#10;&#10;Description automatically generated">
            <a:extLst>
              <a:ext uri="{FF2B5EF4-FFF2-40B4-BE49-F238E27FC236}">
                <a16:creationId xmlns:a16="http://schemas.microsoft.com/office/drawing/2014/main" id="{1F1AAE95-3709-4B34-8006-C6849C20D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2785"/>
            <a:ext cx="6280091" cy="4186727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FC4F6C49-E208-435A-9C67-F0A9BFAA4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702" y="917128"/>
            <a:ext cx="5996298" cy="468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48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D7490C1F-B2F7-42AD-BAEE-EFA76A1BB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423" y="950611"/>
            <a:ext cx="6125430" cy="4734586"/>
          </a:xfrm>
          <a:prstGeom prst="rect">
            <a:avLst/>
          </a:prstGeom>
        </p:spPr>
      </p:pic>
      <p:pic>
        <p:nvPicPr>
          <p:cNvPr id="5" name="Picture 4" descr="A tall building in a city&#10;&#10;Description automatically generated">
            <a:extLst>
              <a:ext uri="{FF2B5EF4-FFF2-40B4-BE49-F238E27FC236}">
                <a16:creationId xmlns:a16="http://schemas.microsoft.com/office/drawing/2014/main" id="{155E6C2B-07EB-438A-8736-4F6E4539C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5567"/>
            <a:ext cx="7103613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7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DD801D69-1F5D-42ED-B31D-31C2F2BC1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5927"/>
            <a:ext cx="6096000" cy="4572000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9F59FE3-C61B-466B-A44D-EAC92752A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971" y="1124190"/>
            <a:ext cx="5830114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0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B6D71FFD-8C01-44F2-A9B7-73C4BE42E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413" y="982973"/>
            <a:ext cx="5820587" cy="4686954"/>
          </a:xfrm>
          <a:prstGeom prst="rect">
            <a:avLst/>
          </a:prstGeom>
        </p:spPr>
      </p:pic>
      <p:pic>
        <p:nvPicPr>
          <p:cNvPr id="5" name="Picture 4" descr="People walking on a city street&#10;&#10;Description automatically generated">
            <a:extLst>
              <a:ext uri="{FF2B5EF4-FFF2-40B4-BE49-F238E27FC236}">
                <a16:creationId xmlns:a16="http://schemas.microsoft.com/office/drawing/2014/main" id="{CF29D1A1-64BF-4D34-9ADD-3F3DCFC6C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712"/>
            <a:ext cx="6446199" cy="428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6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field, building, train&#10;&#10;Description automatically generated">
            <a:extLst>
              <a:ext uri="{FF2B5EF4-FFF2-40B4-BE49-F238E27FC236}">
                <a16:creationId xmlns:a16="http://schemas.microsoft.com/office/drawing/2014/main" id="{30DCFDD6-DC24-4C27-BB29-B2FF7F8CB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966"/>
            <a:ext cx="6096000" cy="4572000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FB550F0-CB94-43DC-9BEF-B68606DE6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571" y="1209086"/>
            <a:ext cx="5763429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1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1FD29ECA-C96B-4A82-849A-D149F489E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02" y="1156970"/>
            <a:ext cx="5715798" cy="4544059"/>
          </a:xfrm>
          <a:prstGeom prst="rect">
            <a:avLst/>
          </a:prstGeom>
        </p:spPr>
      </p:pic>
      <p:pic>
        <p:nvPicPr>
          <p:cNvPr id="5" name="Picture 4" descr="A baby lying on a bed&#10;&#10;Description automatically generated">
            <a:extLst>
              <a:ext uri="{FF2B5EF4-FFF2-40B4-BE49-F238E27FC236}">
                <a16:creationId xmlns:a16="http://schemas.microsoft.com/office/drawing/2014/main" id="{E3343272-4061-4B66-AB09-08A38D7E0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" y="1423986"/>
            <a:ext cx="603885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38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Broders</dc:creator>
  <cp:lastModifiedBy>Rachel Broders</cp:lastModifiedBy>
  <cp:revision>4</cp:revision>
  <dcterms:created xsi:type="dcterms:W3CDTF">2020-09-24T15:07:10Z</dcterms:created>
  <dcterms:modified xsi:type="dcterms:W3CDTF">2020-09-24T15:50:21Z</dcterms:modified>
</cp:coreProperties>
</file>